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3928725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362D"/>
    <a:srgbClr val="464546"/>
    <a:srgbClr val="313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>
        <p:scale>
          <a:sx n="93" d="100"/>
          <a:sy n="93" d="100"/>
        </p:scale>
        <p:origin x="80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4655" y="1496484"/>
            <a:ext cx="11839416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091" y="4802717"/>
            <a:ext cx="10446544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8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6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346" y="2279653"/>
            <a:ext cx="12013525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0346" y="6119286"/>
            <a:ext cx="12013525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4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7600" y="2434167"/>
            <a:ext cx="5919708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1417" y="2434167"/>
            <a:ext cx="5919708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414" y="486835"/>
            <a:ext cx="120135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415" y="2241551"/>
            <a:ext cx="589250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9415" y="3340100"/>
            <a:ext cx="589250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51418" y="2241551"/>
            <a:ext cx="592152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418" y="3340100"/>
            <a:ext cx="592152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1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3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8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414" y="609600"/>
            <a:ext cx="449237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1522" y="1316568"/>
            <a:ext cx="7051417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9414" y="2743200"/>
            <a:ext cx="449237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3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414" y="609600"/>
            <a:ext cx="449237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21522" y="1316568"/>
            <a:ext cx="7051417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9414" y="2743200"/>
            <a:ext cx="449237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9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4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7745" y="486833"/>
            <a:ext cx="3003381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7601" y="486833"/>
            <a:ext cx="883603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5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7600" y="486835"/>
            <a:ext cx="120135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600" y="2434167"/>
            <a:ext cx="120135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7600" y="8475136"/>
            <a:ext cx="313396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4B125-5BBC-BD45-B668-332228BC31D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13890" y="8475136"/>
            <a:ext cx="47009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7162" y="8475136"/>
            <a:ext cx="313396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80C79-4807-2F47-ACAD-A3DA9A25F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0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606C30C0-1E18-A7C5-E085-BB45FA49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460" y="3927599"/>
            <a:ext cx="2197949" cy="231800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EC14C45-EF96-0163-BF22-BB215A2FD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5"/>
          <a:stretch>
            <a:fillRect/>
          </a:stretch>
        </p:blipFill>
        <p:spPr bwMode="auto">
          <a:xfrm>
            <a:off x="196878" y="3160986"/>
            <a:ext cx="7924800" cy="383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 descr="A brain with a square and a square in it&#10;&#10;AI-generated content may be incorrect.">
            <a:extLst>
              <a:ext uri="{FF2B5EF4-FFF2-40B4-BE49-F238E27FC236}">
                <a16:creationId xmlns:a16="http://schemas.microsoft.com/office/drawing/2014/main" id="{3C414385-8BFB-982F-483A-9B4A8360F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16" b="81881" l="5097" r="89806">
                        <a14:foregroundMark x1="50728" y1="26606" x2="27427" y2="25917"/>
                        <a14:foregroundMark x1="27427" y1="25917" x2="20146" y2="47477"/>
                        <a14:foregroundMark x1="20146" y1="47477" x2="34951" y2="65826"/>
                        <a14:foregroundMark x1="34951" y1="65826" x2="56311" y2="74771"/>
                        <a14:foregroundMark x1="56311" y1="74771" x2="77670" y2="61697"/>
                        <a14:foregroundMark x1="77670" y1="61697" x2="82524" y2="41514"/>
                        <a14:foregroundMark x1="82524" y1="41514" x2="59709" y2="27523"/>
                        <a14:foregroundMark x1="59709" y1="27523" x2="35680" y2="21560"/>
                        <a14:foregroundMark x1="35680" y1="21560" x2="9709" y2="28211"/>
                        <a14:foregroundMark x1="9709" y1="28211" x2="9709" y2="52752"/>
                        <a14:foregroundMark x1="9709" y1="52752" x2="23544" y2="68807"/>
                        <a14:foregroundMark x1="23544" y1="68807" x2="47087" y2="80963"/>
                        <a14:foregroundMark x1="47087" y1="80963" x2="71602" y2="80505"/>
                        <a14:foregroundMark x1="71602" y1="80505" x2="82524" y2="57569"/>
                        <a14:foregroundMark x1="82524" y1="57569" x2="82282" y2="32569"/>
                        <a14:foregroundMark x1="82282" y1="32569" x2="64078" y2="17661"/>
                        <a14:foregroundMark x1="64078" y1="17661" x2="39320" y2="14220"/>
                        <a14:foregroundMark x1="39320" y1="14220" x2="17961" y2="22018"/>
                        <a14:foregroundMark x1="17961" y1="22018" x2="17233" y2="23165"/>
                        <a14:foregroundMark x1="48058" y1="33716" x2="33981" y2="53670"/>
                        <a14:foregroundMark x1="33981" y1="53670" x2="37379" y2="74771"/>
                        <a14:foregroundMark x1="37379" y1="74771" x2="53883" y2="56651"/>
                        <a14:foregroundMark x1="53883" y1="56651" x2="44175" y2="37844"/>
                        <a14:foregroundMark x1="44175" y1="37844" x2="31068" y2="50917"/>
                        <a14:foregroundMark x1="7767" y1="18349" x2="728" y2="40367"/>
                        <a14:foregroundMark x1="728" y1="40367" x2="12136" y2="61697"/>
                        <a14:foregroundMark x1="12136" y1="61697" x2="54369" y2="83257"/>
                        <a14:foregroundMark x1="54369" y1="83257" x2="76214" y2="82110"/>
                        <a14:foregroundMark x1="76214" y1="82110" x2="87136" y2="63532"/>
                        <a14:foregroundMark x1="87136" y1="63532" x2="91748" y2="40596"/>
                        <a14:foregroundMark x1="91748" y1="40596" x2="86165" y2="20413"/>
                        <a14:foregroundMark x1="86165" y1="20413" x2="61165" y2="9633"/>
                        <a14:foregroundMark x1="61165" y1="9633" x2="38592" y2="8716"/>
                        <a14:foregroundMark x1="38592" y1="8716" x2="5097" y2="21560"/>
                        <a14:foregroundMark x1="73058" y1="36239" x2="59223" y2="19725"/>
                        <a14:foregroundMark x1="59223" y1="19725" x2="36165" y2="30734"/>
                        <a14:foregroundMark x1="36165" y1="30734" x2="38592" y2="52982"/>
                        <a14:foregroundMark x1="38592" y1="52982" x2="55097" y2="67431"/>
                        <a14:foregroundMark x1="55097" y1="67431" x2="76214" y2="57110"/>
                        <a14:foregroundMark x1="76214" y1="57110" x2="71602" y2="33716"/>
                        <a14:foregroundMark x1="71602" y1="33716" x2="68689" y2="31422"/>
                        <a14:foregroundMark x1="68689" y1="32110" x2="46359" y2="32339"/>
                        <a14:foregroundMark x1="46359" y1="32339" x2="56311" y2="55963"/>
                        <a14:foregroundMark x1="56311" y1="55963" x2="63350" y2="34862"/>
                        <a14:foregroundMark x1="63350" y1="34862" x2="61893" y2="32110"/>
                        <a14:foregroundMark x1="69660" y1="69495" x2="69660" y2="67890"/>
                        <a14:foregroundMark x1="70388" y1="69495" x2="60922" y2="67202"/>
                        <a14:foregroundMark x1="57524" y1="65367" x2="54126" y2="63073"/>
                        <a14:foregroundMark x1="54612" y1="67661" x2="52913" y2="67431"/>
                        <a14:foregroundMark x1="61165" y1="73624" x2="60194" y2="75000"/>
                        <a14:foregroundMark x1="76214" y1="69954" x2="74515" y2="70642"/>
                        <a14:foregroundMark x1="71117" y1="71560" x2="69175" y2="71101"/>
                      </a14:backgroundRemoval>
                    </a14:imgEffect>
                  </a14:imgLayer>
                </a14:imgProps>
              </a:ext>
            </a:extLst>
          </a:blip>
          <a:srcRect t="9088" b="9716"/>
          <a:stretch>
            <a:fillRect/>
          </a:stretch>
        </p:blipFill>
        <p:spPr>
          <a:xfrm>
            <a:off x="6708824" y="2994538"/>
            <a:ext cx="2171770" cy="186612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448E82-C6DF-371B-1C70-3A4E4B90DE73}"/>
              </a:ext>
            </a:extLst>
          </p:cNvPr>
          <p:cNvCxnSpPr>
            <a:cxnSpLocks/>
          </p:cNvCxnSpPr>
          <p:nvPr/>
        </p:nvCxnSpPr>
        <p:spPr>
          <a:xfrm>
            <a:off x="2670902" y="4108892"/>
            <a:ext cx="2569064" cy="0"/>
          </a:xfrm>
          <a:prstGeom prst="line">
            <a:avLst/>
          </a:prstGeom>
          <a:ln w="38100">
            <a:solidFill>
              <a:srgbClr val="313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146AADE-72EF-34A8-794E-AF15017B4278}"/>
              </a:ext>
            </a:extLst>
          </p:cNvPr>
          <p:cNvCxnSpPr>
            <a:cxnSpLocks/>
          </p:cNvCxnSpPr>
          <p:nvPr/>
        </p:nvCxnSpPr>
        <p:spPr>
          <a:xfrm>
            <a:off x="2657932" y="5976656"/>
            <a:ext cx="2618606" cy="0"/>
          </a:xfrm>
          <a:prstGeom prst="line">
            <a:avLst/>
          </a:prstGeom>
          <a:ln w="38100">
            <a:solidFill>
              <a:srgbClr val="313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CBFEA73-2B70-D8CF-3A2B-12E00A1B6F5C}"/>
              </a:ext>
            </a:extLst>
          </p:cNvPr>
          <p:cNvCxnSpPr>
            <a:cxnSpLocks/>
          </p:cNvCxnSpPr>
          <p:nvPr/>
        </p:nvCxnSpPr>
        <p:spPr>
          <a:xfrm>
            <a:off x="2670902" y="4095922"/>
            <a:ext cx="0" cy="1867764"/>
          </a:xfrm>
          <a:prstGeom prst="line">
            <a:avLst/>
          </a:prstGeom>
          <a:ln w="38100">
            <a:solidFill>
              <a:srgbClr val="313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BAB24588-70A1-895B-BE8F-07A60824CD69}"/>
              </a:ext>
            </a:extLst>
          </p:cNvPr>
          <p:cNvCxnSpPr>
            <a:cxnSpLocks/>
          </p:cNvCxnSpPr>
          <p:nvPr/>
        </p:nvCxnSpPr>
        <p:spPr>
          <a:xfrm>
            <a:off x="5239966" y="4095922"/>
            <a:ext cx="0" cy="1867764"/>
          </a:xfrm>
          <a:prstGeom prst="line">
            <a:avLst/>
          </a:prstGeom>
          <a:ln w="38100">
            <a:solidFill>
              <a:srgbClr val="313D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1029" descr="A blue curved object with white background&#10;&#10;AI-generated content may be incorrect.">
            <a:extLst>
              <a:ext uri="{FF2B5EF4-FFF2-40B4-BE49-F238E27FC236}">
                <a16:creationId xmlns:a16="http://schemas.microsoft.com/office/drawing/2014/main" id="{2B95A6A7-0644-E7B4-4B08-912A5C138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334" y="3284376"/>
            <a:ext cx="2025166" cy="63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6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lant with roots and leaves&#10;&#10;AI-generated content may be incorrect.">
            <a:extLst>
              <a:ext uri="{FF2B5EF4-FFF2-40B4-BE49-F238E27FC236}">
                <a16:creationId xmlns:a16="http://schemas.microsoft.com/office/drawing/2014/main" id="{32261651-C36F-4ABC-5EFF-D2E16C8C8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89" y="2624959"/>
            <a:ext cx="2664047" cy="3894083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32C9CA68-FD51-2D7E-B832-6BC41A1C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5" t="6230" r="5913" b="6230"/>
          <a:stretch>
            <a:fillRect/>
          </a:stretch>
        </p:blipFill>
        <p:spPr>
          <a:xfrm>
            <a:off x="3985667" y="3744310"/>
            <a:ext cx="2383602" cy="1655381"/>
          </a:xfrm>
          <a:prstGeom prst="rect">
            <a:avLst/>
          </a:prstGeom>
        </p:spPr>
      </p:pic>
      <p:pic>
        <p:nvPicPr>
          <p:cNvPr id="9" name="Picture 8" descr="A brain with a square and a square in it&#10;&#10;AI-generated content may be incorrect.">
            <a:extLst>
              <a:ext uri="{FF2B5EF4-FFF2-40B4-BE49-F238E27FC236}">
                <a16:creationId xmlns:a16="http://schemas.microsoft.com/office/drawing/2014/main" id="{A21CD0B3-B3F0-29DA-AD44-A8DC6B3DE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16" b="81881" l="5097" r="89806">
                        <a14:foregroundMark x1="50728" y1="26606" x2="27427" y2="25917"/>
                        <a14:foregroundMark x1="27427" y1="25917" x2="20146" y2="47477"/>
                        <a14:foregroundMark x1="20146" y1="47477" x2="34951" y2="65826"/>
                        <a14:foregroundMark x1="34951" y1="65826" x2="56311" y2="74771"/>
                        <a14:foregroundMark x1="56311" y1="74771" x2="77670" y2="61697"/>
                        <a14:foregroundMark x1="77670" y1="61697" x2="82524" y2="41514"/>
                        <a14:foregroundMark x1="82524" y1="41514" x2="59709" y2="27523"/>
                        <a14:foregroundMark x1="59709" y1="27523" x2="35680" y2="21560"/>
                        <a14:foregroundMark x1="35680" y1="21560" x2="9709" y2="28211"/>
                        <a14:foregroundMark x1="9709" y1="28211" x2="9709" y2="52752"/>
                        <a14:foregroundMark x1="9709" y1="52752" x2="23544" y2="68807"/>
                        <a14:foregroundMark x1="23544" y1="68807" x2="47087" y2="80963"/>
                        <a14:foregroundMark x1="47087" y1="80963" x2="71602" y2="80505"/>
                        <a14:foregroundMark x1="71602" y1="80505" x2="82524" y2="57569"/>
                        <a14:foregroundMark x1="82524" y1="57569" x2="82282" y2="32569"/>
                        <a14:foregroundMark x1="82282" y1="32569" x2="64078" y2="17661"/>
                        <a14:foregroundMark x1="64078" y1="17661" x2="39320" y2="14220"/>
                        <a14:foregroundMark x1="39320" y1="14220" x2="17961" y2="22018"/>
                        <a14:foregroundMark x1="17961" y1="22018" x2="17233" y2="23165"/>
                        <a14:foregroundMark x1="48058" y1="33716" x2="33981" y2="53670"/>
                        <a14:foregroundMark x1="33981" y1="53670" x2="37379" y2="74771"/>
                        <a14:foregroundMark x1="37379" y1="74771" x2="53883" y2="56651"/>
                        <a14:foregroundMark x1="53883" y1="56651" x2="44175" y2="37844"/>
                        <a14:foregroundMark x1="44175" y1="37844" x2="31068" y2="50917"/>
                        <a14:foregroundMark x1="7767" y1="18349" x2="728" y2="40367"/>
                        <a14:foregroundMark x1="728" y1="40367" x2="12136" y2="61697"/>
                        <a14:foregroundMark x1="12136" y1="61697" x2="54369" y2="83257"/>
                        <a14:foregroundMark x1="54369" y1="83257" x2="76214" y2="82110"/>
                        <a14:foregroundMark x1="76214" y1="82110" x2="87136" y2="63532"/>
                        <a14:foregroundMark x1="87136" y1="63532" x2="91748" y2="40596"/>
                        <a14:foregroundMark x1="91748" y1="40596" x2="86165" y2="20413"/>
                        <a14:foregroundMark x1="86165" y1="20413" x2="61165" y2="9633"/>
                        <a14:foregroundMark x1="61165" y1="9633" x2="38592" y2="8716"/>
                        <a14:foregroundMark x1="38592" y1="8716" x2="5097" y2="21560"/>
                        <a14:foregroundMark x1="73058" y1="36239" x2="59223" y2="19725"/>
                        <a14:foregroundMark x1="59223" y1="19725" x2="36165" y2="30734"/>
                        <a14:foregroundMark x1="36165" y1="30734" x2="38592" y2="52982"/>
                        <a14:foregroundMark x1="38592" y1="52982" x2="55097" y2="67431"/>
                        <a14:foregroundMark x1="55097" y1="67431" x2="76214" y2="57110"/>
                        <a14:foregroundMark x1="76214" y1="57110" x2="71602" y2="33716"/>
                        <a14:foregroundMark x1="71602" y1="33716" x2="68689" y2="31422"/>
                        <a14:foregroundMark x1="68689" y1="32110" x2="46359" y2="32339"/>
                        <a14:foregroundMark x1="46359" y1="32339" x2="56311" y2="55963"/>
                        <a14:foregroundMark x1="56311" y1="55963" x2="63350" y2="34862"/>
                        <a14:foregroundMark x1="63350" y1="34862" x2="61893" y2="32110"/>
                        <a14:foregroundMark x1="69660" y1="69495" x2="69660" y2="67890"/>
                        <a14:foregroundMark x1="70388" y1="69495" x2="60922" y2="67202"/>
                        <a14:foregroundMark x1="57524" y1="65367" x2="54126" y2="63073"/>
                        <a14:foregroundMark x1="54612" y1="67661" x2="52913" y2="67431"/>
                        <a14:foregroundMark x1="61165" y1="73624" x2="60194" y2="75000"/>
                        <a14:foregroundMark x1="76214" y1="69954" x2="74515" y2="70642"/>
                        <a14:foregroundMark x1="71117" y1="71560" x2="69175" y2="71101"/>
                      </a14:backgroundRemoval>
                    </a14:imgEffect>
                  </a14:imgLayer>
                </a14:imgProps>
              </a:ext>
            </a:extLst>
          </a:blip>
          <a:srcRect t="9088" b="9716"/>
          <a:stretch>
            <a:fillRect/>
          </a:stretch>
        </p:blipFill>
        <p:spPr>
          <a:xfrm>
            <a:off x="7213884" y="1472833"/>
            <a:ext cx="2171770" cy="1866123"/>
          </a:xfrm>
          <a:prstGeom prst="rect">
            <a:avLst/>
          </a:prstGeom>
        </p:spPr>
      </p:pic>
      <p:pic>
        <p:nvPicPr>
          <p:cNvPr id="11" name="Picture 10" descr="A blue and white icon of a file&#10;&#10;AI-generated content may be incorrect.">
            <a:extLst>
              <a:ext uri="{FF2B5EF4-FFF2-40B4-BE49-F238E27FC236}">
                <a16:creationId xmlns:a16="http://schemas.microsoft.com/office/drawing/2014/main" id="{FEE721A1-D7D0-C3FB-73C4-4E2A51801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884" y="3338956"/>
            <a:ext cx="2185548" cy="2406869"/>
          </a:xfrm>
          <a:prstGeom prst="rect">
            <a:avLst/>
          </a:prstGeom>
        </p:spPr>
      </p:pic>
      <p:pic>
        <p:nvPicPr>
          <p:cNvPr id="12" name="Picture 11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9255FDDC-0E13-967E-12E5-336FAA41C2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9049" y="3626508"/>
            <a:ext cx="2197949" cy="23180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64AA37-4734-36A4-0F38-BB0CE9280EEF}"/>
              </a:ext>
            </a:extLst>
          </p:cNvPr>
          <p:cNvCxnSpPr>
            <a:cxnSpLocks/>
          </p:cNvCxnSpPr>
          <p:nvPr/>
        </p:nvCxnSpPr>
        <p:spPr>
          <a:xfrm flipV="1">
            <a:off x="3141069" y="5399690"/>
            <a:ext cx="3228200" cy="1055206"/>
          </a:xfrm>
          <a:prstGeom prst="line">
            <a:avLst/>
          </a:prstGeom>
          <a:ln w="19050">
            <a:solidFill>
              <a:srgbClr val="464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66B5B1-998B-12C3-0AE4-9A30902B403D}"/>
              </a:ext>
            </a:extLst>
          </p:cNvPr>
          <p:cNvCxnSpPr>
            <a:cxnSpLocks/>
          </p:cNvCxnSpPr>
          <p:nvPr/>
        </p:nvCxnSpPr>
        <p:spPr>
          <a:xfrm flipV="1">
            <a:off x="3144433" y="3744310"/>
            <a:ext cx="841234" cy="2710587"/>
          </a:xfrm>
          <a:prstGeom prst="line">
            <a:avLst/>
          </a:prstGeom>
          <a:ln w="19050">
            <a:solidFill>
              <a:srgbClr val="464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35894D-1E11-0F97-0664-F9E55056A2D4}"/>
              </a:ext>
            </a:extLst>
          </p:cNvPr>
          <p:cNvCxnSpPr/>
          <p:nvPr/>
        </p:nvCxnSpPr>
        <p:spPr>
          <a:xfrm>
            <a:off x="6206837" y="4038600"/>
            <a:ext cx="1537855" cy="304800"/>
          </a:xfrm>
          <a:prstGeom prst="straightConnector1">
            <a:avLst/>
          </a:prstGeom>
          <a:ln w="38100">
            <a:solidFill>
              <a:srgbClr val="BB3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4B5CD6-5967-D2F5-537D-CEAC0347ADA1}"/>
              </a:ext>
            </a:extLst>
          </p:cNvPr>
          <p:cNvCxnSpPr>
            <a:cxnSpLocks/>
          </p:cNvCxnSpPr>
          <p:nvPr/>
        </p:nvCxnSpPr>
        <p:spPr>
          <a:xfrm flipV="1">
            <a:off x="5810184" y="4419601"/>
            <a:ext cx="2308580" cy="116527"/>
          </a:xfrm>
          <a:prstGeom prst="straightConnector1">
            <a:avLst/>
          </a:prstGeom>
          <a:ln w="38100">
            <a:solidFill>
              <a:srgbClr val="BB3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BDBBD7-7C4D-BAE4-6DE7-23C20B5226DC}"/>
              </a:ext>
            </a:extLst>
          </p:cNvPr>
          <p:cNvCxnSpPr>
            <a:cxnSpLocks/>
          </p:cNvCxnSpPr>
          <p:nvPr/>
        </p:nvCxnSpPr>
        <p:spPr>
          <a:xfrm flipV="1">
            <a:off x="5544186" y="4439852"/>
            <a:ext cx="3029399" cy="721499"/>
          </a:xfrm>
          <a:prstGeom prst="straightConnector1">
            <a:avLst/>
          </a:prstGeom>
          <a:ln w="38100">
            <a:solidFill>
              <a:srgbClr val="BB36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0DA9220-A6F4-A495-A0C5-91B2DC1E2137}"/>
              </a:ext>
            </a:extLst>
          </p:cNvPr>
          <p:cNvSpPr txBox="1"/>
          <p:nvPr/>
        </p:nvSpPr>
        <p:spPr>
          <a:xfrm>
            <a:off x="550989" y="6886871"/>
            <a:ext cx="2476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1: Take photo of specimen and process image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ED1DF8-3AE0-4869-FB83-3672CBBAFD7A}"/>
              </a:ext>
            </a:extLst>
          </p:cNvPr>
          <p:cNvSpPr txBox="1"/>
          <p:nvPr/>
        </p:nvSpPr>
        <p:spPr>
          <a:xfrm>
            <a:off x="3939442" y="6886871"/>
            <a:ext cx="2476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2: Use OCR to identify text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605FD3-0710-B4F8-8F04-3CDF36FA27B4}"/>
              </a:ext>
            </a:extLst>
          </p:cNvPr>
          <p:cNvSpPr txBox="1"/>
          <p:nvPr/>
        </p:nvSpPr>
        <p:spPr>
          <a:xfrm>
            <a:off x="6880738" y="6886871"/>
            <a:ext cx="2476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3: Run AI model to parse text into fields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03E3BC-D5BB-2832-7901-D34BA172DE71}"/>
              </a:ext>
            </a:extLst>
          </p:cNvPr>
          <p:cNvSpPr txBox="1"/>
          <p:nvPr/>
        </p:nvSpPr>
        <p:spPr>
          <a:xfrm>
            <a:off x="9949997" y="6886871"/>
            <a:ext cx="2476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4: Human verifies and edits output</a:t>
            </a:r>
          </a:p>
        </p:txBody>
      </p:sp>
    </p:spTree>
    <p:extLst>
      <p:ext uri="{BB962C8B-B14F-4D97-AF65-F5344CB8AC3E}">
        <p14:creationId xmlns:p14="http://schemas.microsoft.com/office/powerpoint/2010/main" val="1710958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3144</TotalTime>
  <Words>37</Words>
  <Application>Microsoft Macintosh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Ward</dc:creator>
  <cp:lastModifiedBy>Danielle Ward</cp:lastModifiedBy>
  <cp:revision>4</cp:revision>
  <dcterms:created xsi:type="dcterms:W3CDTF">2025-08-19T18:18:18Z</dcterms:created>
  <dcterms:modified xsi:type="dcterms:W3CDTF">2025-08-21T22:43:17Z</dcterms:modified>
</cp:coreProperties>
</file>